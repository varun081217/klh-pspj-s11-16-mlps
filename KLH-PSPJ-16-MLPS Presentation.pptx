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6618"/>
            <a:ext cx="9144000" cy="453254"/>
          </a:xfrm>
        </p:spPr>
        <p:txBody>
          <a:bodyPr>
            <a:noAutofit/>
          </a:bodyPr>
          <a:lstStyle/>
          <a:p>
            <a:r>
              <a:rPr sz="4800" b="1" dirty="0"/>
              <a:t>Multi Lot Parking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7246" y="3012350"/>
            <a:ext cx="9144000" cy="1655762"/>
          </a:xfrm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000" dirty="0"/>
              <a:t>Team No</a:t>
            </a:r>
            <a:r>
              <a:rPr sz="2000" dirty="0" smtClean="0"/>
              <a:t>:</a:t>
            </a:r>
            <a:r>
              <a:rPr lang="en-US" sz="2000" dirty="0" smtClean="0"/>
              <a:t> 16</a:t>
            </a:r>
            <a:endParaRPr sz="2000" dirty="0"/>
          </a:p>
          <a:p>
            <a:pPr>
              <a:spcAft>
                <a:spcPts val="700"/>
              </a:spcAft>
              <a:defRPr sz="1800"/>
            </a:pPr>
            <a:r>
              <a:rPr sz="2000" dirty="0" err="1"/>
              <a:t>Aravapalli</a:t>
            </a:r>
            <a:r>
              <a:rPr sz="2000" dirty="0"/>
              <a:t> Varun — 2620030414</a:t>
            </a:r>
          </a:p>
          <a:p>
            <a:pPr>
              <a:spcAft>
                <a:spcPts val="700"/>
              </a:spcAft>
              <a:defRPr sz="1800"/>
            </a:pPr>
            <a:r>
              <a:rPr sz="2000" dirty="0"/>
              <a:t>Santosh </a:t>
            </a:r>
            <a:r>
              <a:rPr sz="2000" dirty="0" err="1"/>
              <a:t>Boddu</a:t>
            </a:r>
            <a:r>
              <a:rPr sz="2000" dirty="0"/>
              <a:t> — 2620030436</a:t>
            </a:r>
          </a:p>
          <a:p>
            <a:pPr>
              <a:spcAft>
                <a:spcPts val="700"/>
              </a:spcAft>
              <a:defRPr sz="1800"/>
            </a:pPr>
            <a:r>
              <a:rPr sz="2000" dirty="0"/>
              <a:t>M </a:t>
            </a:r>
            <a:r>
              <a:rPr sz="2000" dirty="0" err="1"/>
              <a:t>Venkata</a:t>
            </a:r>
            <a:r>
              <a:rPr sz="2000" dirty="0"/>
              <a:t> </a:t>
            </a:r>
            <a:r>
              <a:rPr sz="2000" dirty="0" err="1"/>
              <a:t>Likith</a:t>
            </a:r>
            <a:r>
              <a:rPr sz="2000" dirty="0"/>
              <a:t> — 2620030352</a:t>
            </a:r>
          </a:p>
          <a:p>
            <a:pPr>
              <a:spcAft>
                <a:spcPts val="700"/>
              </a:spcAft>
              <a:defRPr sz="1800"/>
            </a:pPr>
            <a:r>
              <a:rPr sz="2000" dirty="0"/>
              <a:t>16-09-2026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t>The Multi Lot Parking System is a Java-based application that manages vehicle parking across multiple parking lots.</a:t>
            </a:r>
            <a:endParaRPr lang="en-IN"/>
          </a:p>
          <a:p>
            <a:pPr>
              <a:spcAft>
                <a:spcPts val="700"/>
              </a:spcAft>
              <a:defRPr sz="1800"/>
            </a:pPr>
            <a:r>
              <a:t>It records parking availability, assigns vehicles to suitable lots, and updates the system when vehicles enter or leave.</a:t>
            </a:r>
          </a:p>
          <a:p>
            <a:pPr>
              <a:spcAft>
                <a:spcPts val="700"/>
              </a:spcAft>
              <a:defRPr sz="1800"/>
            </a:pPr>
            <a:r>
              <a:t>The project demonstrates core programming concepts from CO1, CO2 and CO3 through a practical parking-management problem.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t>Problem:</a:t>
            </a:r>
            <a:endParaRPr lang="en-IN"/>
          </a:p>
          <a:p>
            <a:pPr>
              <a:spcAft>
                <a:spcPts val="700"/>
              </a:spcAft>
              <a:defRPr sz="1800"/>
            </a:pPr>
            <a:r>
              <a:t>Managing multiple parking lots manually can make it difficult to track available spaces and vehicle movement.</a:t>
            </a:r>
          </a:p>
          <a:p>
            <a:pPr>
              <a:spcAft>
                <a:spcPts val="700"/>
              </a:spcAft>
              <a:defRPr sz="1800"/>
            </a:pPr>
            <a:endParaRPr/>
          </a:p>
          <a:p>
            <a:pPr>
              <a:spcAft>
                <a:spcPts val="700"/>
              </a:spcAft>
              <a:defRPr sz="1800"/>
            </a:pPr>
            <a:r>
              <a:t>Proposed solution:</a:t>
            </a:r>
          </a:p>
          <a:p>
            <a:pPr>
              <a:spcAft>
                <a:spcPts val="700"/>
              </a:spcAft>
              <a:defRPr sz="1800"/>
            </a:pPr>
            <a:r>
              <a:t>• Maintain parking-lot and slot information digitally.</a:t>
            </a:r>
          </a:p>
          <a:p>
            <a:pPr>
              <a:spcAft>
                <a:spcPts val="700"/>
              </a:spcAft>
              <a:defRPr sz="1800"/>
            </a:pPr>
            <a:r>
              <a:t>• Check availability before assigning a parking slot.</a:t>
            </a:r>
          </a:p>
          <a:p>
            <a:pPr>
              <a:spcAft>
                <a:spcPts val="700"/>
              </a:spcAft>
              <a:defRPr sz="1800"/>
            </a:pPr>
            <a:r>
              <a:t>• Process vehicle entry and exit using selection and iteration.</a:t>
            </a:r>
          </a:p>
          <a:p>
            <a:pPr>
              <a:spcAft>
                <a:spcPts val="700"/>
              </a:spcAft>
              <a:defRPr sz="1800"/>
            </a:pPr>
            <a:r>
              <a:t>• Use methods, recursion and arrays to organize the program.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t>Data, Types &amp; the Shell</a:t>
            </a:r>
            <a:endParaRPr lang="en-IN"/>
          </a:p>
          <a:p>
            <a:pPr>
              <a:spcAft>
                <a:spcPts val="700"/>
              </a:spcAft>
              <a:defRPr sz="1800"/>
            </a:pPr>
            <a:endParaRPr lang="en-IN"/>
          </a:p>
          <a:p>
            <a:pPr>
              <a:spcAft>
                <a:spcPts val="700"/>
              </a:spcAft>
              <a:defRPr sz="1800"/>
            </a:pPr>
            <a:r>
              <a:t>• Variables to store vehicle and parking information</a:t>
            </a:r>
          </a:p>
          <a:p>
            <a:pPr>
              <a:spcAft>
                <a:spcPts val="700"/>
              </a:spcAft>
              <a:defRPr sz="1800"/>
            </a:pPr>
            <a:r>
              <a:t>• Primitive data types such as int, double and boolean</a:t>
            </a:r>
          </a:p>
          <a:p>
            <a:pPr>
              <a:spcAft>
                <a:spcPts val="700"/>
              </a:spcAft>
              <a:defRPr sz="1800"/>
            </a:pPr>
            <a:r>
              <a:t>• String data for vehicle/slot identifiers</a:t>
            </a:r>
          </a:p>
          <a:p>
            <a:pPr>
              <a:spcAft>
                <a:spcPts val="700"/>
              </a:spcAft>
              <a:defRPr sz="1800"/>
            </a:pPr>
            <a:r>
              <a:t>• Input and output using Scanner and System.out</a:t>
            </a:r>
          </a:p>
          <a:p>
            <a:pPr>
              <a:spcAft>
                <a:spcPts val="700"/>
              </a:spcAft>
              <a:defRPr sz="1800"/>
            </a:pPr>
            <a:r>
              <a:t>• Java program structure: class and main()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t>Selection and Iteration</a:t>
            </a:r>
            <a:endParaRPr lang="en-IN"/>
          </a:p>
          <a:p>
            <a:pPr>
              <a:spcAft>
                <a:spcPts val="700"/>
              </a:spcAft>
              <a:defRPr sz="1800"/>
            </a:pPr>
            <a:endParaRPr lang="en-IN"/>
          </a:p>
          <a:p>
            <a:pPr>
              <a:spcAft>
                <a:spcPts val="700"/>
              </a:spcAft>
              <a:defRPr sz="1800"/>
            </a:pPr>
            <a:r>
              <a:t>• if / else to decide whether a slot is available</a:t>
            </a:r>
          </a:p>
          <a:p>
            <a:pPr>
              <a:spcAft>
                <a:spcPts val="700"/>
              </a:spcAft>
              <a:defRPr sz="1800"/>
            </a:pPr>
            <a:r>
              <a:t>• switch for menu-driven parking operations</a:t>
            </a:r>
          </a:p>
          <a:p>
            <a:pPr>
              <a:spcAft>
                <a:spcPts val="700"/>
              </a:spcAft>
              <a:defRPr sz="1800"/>
            </a:pPr>
            <a:r>
              <a:t>• for loops to scan parking slots</a:t>
            </a:r>
          </a:p>
          <a:p>
            <a:pPr>
              <a:spcAft>
                <a:spcPts val="700"/>
              </a:spcAft>
              <a:defRPr sz="1800"/>
            </a:pPr>
            <a:r>
              <a:t>• while loops for repeated menu execution</a:t>
            </a:r>
          </a:p>
          <a:p>
            <a:pPr>
              <a:spcAft>
                <a:spcPts val="700"/>
              </a:spcAft>
              <a:defRPr sz="1800"/>
            </a:pPr>
            <a:r>
              <a:t>• Conditions to handle vehicle entry, exit and full-lot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t>Methods, Recursions and Arrays</a:t>
            </a:r>
            <a:endParaRPr lang="en-IN"/>
          </a:p>
          <a:p>
            <a:pPr>
              <a:spcAft>
                <a:spcPts val="700"/>
              </a:spcAft>
              <a:defRPr sz="1800"/>
            </a:pPr>
            <a:endParaRPr lang="en-IN"/>
          </a:p>
          <a:p>
            <a:pPr>
              <a:spcAft>
                <a:spcPts val="700"/>
              </a:spcAft>
              <a:defRPr sz="1800"/>
            </a:pPr>
            <a:r>
              <a:t>• Methods divide the system into reusable operations</a:t>
            </a:r>
          </a:p>
          <a:p>
            <a:pPr>
              <a:spcAft>
                <a:spcPts val="700"/>
              </a:spcAft>
              <a:defRPr sz="1800"/>
            </a:pPr>
            <a:r>
              <a:t>• Arrays store slot status for each parking lot</a:t>
            </a:r>
          </a:p>
          <a:p>
            <a:pPr>
              <a:spcAft>
                <a:spcPts val="700"/>
              </a:spcAft>
              <a:defRPr sz="1800"/>
            </a:pPr>
            <a:r>
              <a:t>• Methods can search for a free slot and update its status</a:t>
            </a:r>
          </a:p>
          <a:p>
            <a:pPr>
              <a:spcAft>
                <a:spcPts val="700"/>
              </a:spcAft>
              <a:defRPr sz="1800"/>
            </a:pPr>
            <a:r>
              <a:t>• Recursion can be demonstrated for repeated/search-based processing</a:t>
            </a:r>
          </a:p>
          <a:p>
            <a:pPr>
              <a:spcAft>
                <a:spcPts val="700"/>
              </a:spcAft>
              <a:defRPr sz="1800"/>
            </a:pPr>
            <a:r>
              <a:t>• Modular design improves readability and maintenance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800"/>
            </a:pPr>
            <a:r>
              <a:rPr dirty="0"/>
              <a:t>Project Demonstration</a:t>
            </a:r>
            <a:endParaRPr lang="en-IN" dirty="0"/>
          </a:p>
          <a:p>
            <a:pPr>
              <a:spcAft>
                <a:spcPts val="700"/>
              </a:spcAft>
              <a:defRPr sz="1800"/>
            </a:pPr>
            <a:endParaRPr lang="en-IN"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Geo-tagged photo: Add the team/project demonstration photo here.</a:t>
            </a:r>
          </a:p>
          <a:p>
            <a:pPr>
              <a:spcAft>
                <a:spcPts val="700"/>
              </a:spcAft>
              <a:defRPr sz="1800"/>
            </a:pPr>
            <a:r>
              <a:rPr dirty="0"/>
              <a:t>GitHub </a:t>
            </a:r>
            <a:r>
              <a:rPr dirty="0" err="1" smtClean="0"/>
              <a:t>link:</a:t>
            </a:r>
            <a:r>
              <a:rPr lang="en-US" dirty="0" err="1"/>
              <a:t>https</a:t>
            </a:r>
            <a:r>
              <a:rPr lang="en-US" dirty="0"/>
              <a:t>://github.com/varun081217/KLH-PSPJ-S11-16-MLPS</a:t>
            </a:r>
            <a:endParaRPr dirty="0"/>
          </a:p>
          <a:p>
            <a:pPr>
              <a:spcAft>
                <a:spcPts val="700"/>
              </a:spcAft>
              <a:defRPr sz="1800"/>
            </a:pPr>
            <a:endParaRPr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Team: </a:t>
            </a:r>
            <a:r>
              <a:rPr dirty="0" err="1"/>
              <a:t>Aravapalli</a:t>
            </a:r>
            <a:r>
              <a:rPr dirty="0"/>
              <a:t> Varun | Santosh </a:t>
            </a:r>
            <a:r>
              <a:rPr dirty="0" err="1"/>
              <a:t>Boddu</a:t>
            </a:r>
            <a:r>
              <a:rPr dirty="0"/>
              <a:t> | M </a:t>
            </a:r>
            <a:r>
              <a:rPr dirty="0" err="1"/>
              <a:t>Venkata</a:t>
            </a:r>
            <a:r>
              <a:rPr dirty="0"/>
              <a:t> </a:t>
            </a:r>
            <a:r>
              <a:rPr dirty="0" err="1"/>
              <a:t>Likith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345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Multi Lot Parking System</vt:lpstr>
      <vt:lpstr>Abstract</vt:lpstr>
      <vt:lpstr>Understanding Problem Statement</vt:lpstr>
      <vt:lpstr>CO 1 Topics</vt:lpstr>
      <vt:lpstr>CO 2 TOPICS</vt:lpstr>
      <vt:lpstr>CO 3 Topics</vt:lpstr>
      <vt:lpstr>Geo Tag Photo and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 Team No</dc:title>
  <dc:creator>TSP MADHURI</dc:creator>
  <cp:lastModifiedBy>HP</cp:lastModifiedBy>
  <cp:revision>3</cp:revision>
  <dcterms:created xsi:type="dcterms:W3CDTF">2026-09-15T09:57:10Z</dcterms:created>
  <dcterms:modified xsi:type="dcterms:W3CDTF">2026-09-16T07:27:00Z</dcterms:modified>
</cp:coreProperties>
</file>